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453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B32FA5-1D0F-E763-89D2-F4ECCCC0D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E09906-C63F-20A2-23E7-06DD2F538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B2F79B-B4BC-0579-52E9-29430DF5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B7FC29-0562-FA9E-183B-7A868891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B2C9ED-3B34-C7DD-374E-0C61883C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625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70D69F-704F-9E05-3549-26E16DB83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F0A29E-81D4-23F3-ADF5-77E4436D8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BAE16F-200A-9D95-ACBE-D84F34CC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0A17C2-714D-0E04-3932-2597D428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8E2AC9-2DE9-1476-5D01-8DDB899E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60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6EA071-ED70-CDE9-CB96-98569859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30C5E7-7006-CCF9-C894-90213EF87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25ACB6-38A8-CFC9-CFF9-E92E1F91E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1181B1-08B0-111F-CB12-338A6A6A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D734AE-2F37-F112-AFDA-9AEC62F1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056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B6F85A-47C4-2FC0-3E56-617D546A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5EB909-7C02-9FEE-0F7C-1F52A26A4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E51BC92-A626-D2BB-674F-970EE2B15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55DFD1-43A4-7939-A0B2-44C46F62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40C40C-6BB3-801B-188F-5D5C24FC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87D694-CA23-737F-624C-7A14ECD3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71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7CBCC-0325-ACE0-A400-02B9FD4D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037887-D19D-90B2-CF42-9AB6F4F0A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FD3C22F-C6EE-B914-E479-07BF1CB23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B9BF21E-5C2D-3AD2-6AE8-5AC6AABEF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6224982-06AD-69E4-20DB-E3B9FAEDB6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110D58-40D3-C73F-8D3D-92D65596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866712B-AB2E-BFCB-BB77-16C95CAB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D4C40D3-9F4C-E960-EF6E-71B4C86F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9295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FD8FE7-5559-921C-B248-2E1CD516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15B332-D2EC-CD36-C2D1-4A360A90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24A317D-D971-3346-F807-39078F3A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146F1E-6E46-C8F2-DD84-11910A45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458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225EA4B-67B1-592A-E275-D69022B0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E9ECAD7-10E0-0BCF-27F8-5C38B48A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DE158C-BDB2-4BF9-2601-FD6362BE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612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762228-02B8-E470-D18F-9B4EB870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3C5240-2623-423F-618F-B3C4FF145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7DB0538-DD99-3116-A285-1DA05BEB9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5360E1-02C6-BB82-9860-AF448678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C4CE91-BD01-262B-0DCC-765574B7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FE4EFC-C718-F7B7-1EEC-C5A3A6BB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1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717FE1-25F3-8070-BD5C-80AB2A51B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175A932-6813-4AE6-2AA2-9466A949CA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79B5EF-F5DF-9313-CE2A-D74271199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1420AE-A57A-EE4F-F5F9-006635778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A16379-59ED-55C3-1853-E74384074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53FF0C-2B3C-1802-E1C4-C6EC258FC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594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A1D014-5544-B2BB-625D-8DD4E08F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A7B03F-72CB-2D6A-038B-1698375DC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B97D95-E91B-8626-A67B-8529EA75D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5D9A19-95A5-D621-8237-C2415BD52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5D7A75-35FB-E7CB-4314-8FEEEA52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137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DA0195-6E6B-DC2C-B9D8-D852FFF74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361DDB-C88D-0347-6B3E-46B287B23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C4BCAD-0558-271A-1B17-C4A713E6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37E1E2-5333-9E51-A44F-74F7BDFE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4FE098-D9EC-E95D-79A4-A5EE7F53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2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94918CE-B8C9-C57F-CA33-4CA01313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5FB0B7-3A91-6F8B-27D5-E3C3DEDA0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A0C08E-D7AF-0F85-94D1-AF643A7C8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21B56-C6E9-4BAF-9D60-B39CA3B45E77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10A957-3185-F119-8357-D8AE5CD07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B5329D-5BE2-3354-60AE-789AC36CD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C414C-5C11-4DF5-BA8C-DE675B9AFB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148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757C91-3868-1774-F45E-14E8E8A275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72A1FCE-DC3F-3FB5-E9F4-9432432DC2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16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下川　俊彦</dc:creator>
  <cp:lastModifiedBy>下川　俊彦</cp:lastModifiedBy>
  <cp:revision>1</cp:revision>
  <dcterms:created xsi:type="dcterms:W3CDTF">2026-06-30T01:31:06Z</dcterms:created>
  <dcterms:modified xsi:type="dcterms:W3CDTF">2026-06-30T01:31:20Z</dcterms:modified>
</cp:coreProperties>
</file>